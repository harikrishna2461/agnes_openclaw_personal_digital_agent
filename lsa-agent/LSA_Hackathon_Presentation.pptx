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376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Life Simulation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34D399"/>
                </a:solidFill>
              </a:defRPr>
            </a:pPr>
            <a:r>
              <a:t>Predict Consequences. Analyze Decisions. Optimize Life.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400" b="1">
                <a:solidFill>
                  <a:srgbClr val="FFFFFF"/>
                </a:solidFill>
              </a:defRPr>
            </a:pPr>
            <a:r>
              <a:t>🎯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• Life decisions are complex with multiple cascading effects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• No data-driven way to predict outcomes of choices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• People struggle with long-term impact analysis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• Current solutions: gut feeling, regret, hindsight bias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• Need: Real-time simulation of decision scenarios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400" b="1">
                <a:solidFill>
                  <a:srgbClr val="FFFFFF"/>
                </a:solidFill>
              </a:defRPr>
            </a:pPr>
            <a:r>
              <a:t>💡 Our Solution: LSA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• Autonomous AI agent that simulates life scenarios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• Multi-scenario decision analysis (3 scenarios per choice)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• Machine learning-powered pattern recognition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• Real-time WhatsApp integration for accessibility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• 7-day outcome predictions with confidence scoring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400" b="1">
                <a:solidFill>
                  <a:srgbClr val="FFFFFF"/>
                </a:solidFill>
              </a:defRPr>
            </a:pPr>
            <a:r>
              <a:t>✨ 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📊 Decision Simulation: A/B/C scenario analysis with risk scoring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💾 Event Logging: Track life events with impact metrics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📈 Pattern Analysis: Detect behavioral trends &amp; consistency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💬 WhatsApp Integration: Chat directly with LSA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🧠 Smart Memory: Semantic search of historical decisions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400" b="1">
                <a:solidFill>
                  <a:srgbClr val="FFFFFF"/>
                </a:solidFill>
              </a:defRPr>
            </a:pPr>
            <a:r>
              <a:t>🏗️ Technical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Memory Manager: Persistent storage with ML embeddings (FAISS)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Simulation Engine: Multi-scenario generation via Agnes Claw LLM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Intervention Engine: Proactive alerts &amp; pattern warnings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WhatsApp Gateway: OpenClaw API + ngrok webhook tunneling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All components: Modular, tested, production-ready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400" b="1">
                <a:solidFill>
                  <a:srgbClr val="FFFFFF"/>
                </a:solidFill>
              </a:defRPr>
            </a:pPr>
            <a:r>
              <a:t>🛠️ 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Backend: Python 3.11 | Flask | Requests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ML/AI: sentence-transformers | FAISS | Agnes Claw Model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Integration: OpenClaw API | ngrok | WhatsApp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Data: JSONL + NumPy embeddings | 384-dim vectors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Deployment: localhost:5001 | Easy production scaling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400" b="1">
                <a:solidFill>
                  <a:srgbClr val="FFFFFF"/>
                </a:solidFill>
              </a:defRPr>
            </a:pPr>
            <a:r>
              <a:t>🚀 How LSA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1️⃣ User sends decision/event via WhatsApp or Python API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2️⃣ Memory Manager loads user context (past 30 days)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3️⃣ Simulation Engine generates 3 decision scenarios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4️⃣ Risk, confidence, and outcome scoring computed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5️⃣ LSA recommends optimal path with prediction insights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400" b="1">
                <a:solidFill>
                  <a:srgbClr val="FFFFFF"/>
                </a:solidFill>
              </a:defRPr>
            </a:pPr>
            <a:r>
              <a:t>🎬 Demo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User: 'Should I skip studying today?'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LSA Analysis Shows: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  • Scenario A (Skip): -5% momentum, 60% consistency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  • Scenario B (Moderate): +15% momentum, 78% consistency ✅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  • Scenario C (Study 2hrs): 95% consistency, high regret risk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Recommendation: B (Moderate improvement)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400" b="1">
                <a:solidFill>
                  <a:srgbClr val="FFFFFF"/>
                </a:solidFill>
              </a:defRPr>
            </a:pPr>
            <a:r>
              <a:t>📊 Project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✅ 3 Core Skills: Memory, Simulation, Intervention (100% implemented)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✅ 15 Memories Loaded: Demo contextual data ready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✅ 2 Decision Scenarios: Full A/B/C analysis per decision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✅ 87% Consistency: Behavioral pattern tracking active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✅ &lt;3 seconds: Decision analysis response time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400" b="1">
                <a:solidFill>
                  <a:srgbClr val="FFFFFF"/>
                </a:solidFill>
              </a:defRPr>
            </a:pPr>
            <a:r>
              <a:t>🌟 What Makes LSA Unique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🚫 NOT Just a chatbot - Autonomous decision analysis system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🎯 Multi-scenario simulation - Not single-path predictions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📚 Long-term memory - Contextual learning from past events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⚡ Production-ready - Deployed with real WhatsApp integration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💰 No setup hassle - Pre-configured with ngrok + OpenClaw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400" b="1">
                <a:solidFill>
                  <a:srgbClr val="FFFFFF"/>
                </a:solidFill>
              </a:defRPr>
            </a:pPr>
            <a:r>
              <a:t>💼 Real-World Use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Career Decisions: Job offer evaluation with relocation impact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Habit Building: Exercise routine consistency tracking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Study Planning: Optimal learning schedule generation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Health Choices: Workout + nutrition decision analysis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Life Planning: Major decisions backed by data simulation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400" b="1">
                <a:solidFill>
                  <a:srgbClr val="FFFFFF"/>
                </a:solidFill>
              </a:defRPr>
            </a:pPr>
            <a:r>
              <a:t>🔮 Future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🌍 Multi-user support with privacy isolation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📱 iOS/Android mobile app (not just WhatsApp)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🤖 Advanced LLM fine-tuning for personal context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📊 Interactive dashboard &amp; data visualization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🔄 Integration with calendar, fitness trackers, repos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💭 Emotion-aware predictions &amp; mental health insights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400" b="1">
                <a:solidFill>
                  <a:srgbClr val="FFFFFF"/>
                </a:solidFill>
              </a:defRPr>
            </a:pPr>
            <a:r>
              <a:t>🛡️ Challenges We Solved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✅ LLM Integration: Agnes Claw Model for intelligent scenarios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✅ Webhook Hell: Full production pipeline (ngrok + OpenClaw)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✅ No Twilio: Direct OpenClaw WhatsApp (simpler, cheaper)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✅ Performance: Optimized embedding search &lt; 100ms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✅ UX: One-command setup with auto-configured webhooks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400" b="1">
                <a:solidFill>
                  <a:srgbClr val="FFFFFF"/>
                </a:solidFill>
              </a:defRPr>
            </a:pPr>
            <a:r>
              <a:t>🏆 Results &amp; Achievements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✨ Full system built and tested (all components working)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📦 Production-ready codebase on GitHub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🧪 Comprehensive test suite (Memory, Simulation, Intervention)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📚 Complete documentation (README, setup guides, architecture)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🚀 Ready for deployment and real users today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4D39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19376D"/>
                </a:solidFill>
              </a:defRPr>
            </a:pPr>
            <a:r>
              <a:t>Ready to Predict Your Future?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19376D"/>
                </a:solidFill>
              </a:defRPr>
            </a:pPr>
            <a:r>
              <a:t>GitHub: Harikrishna2461/Agnes_OpenCLaw_Personal_Digital_Agent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Try LSA: Send WhatsApp to +91 7010384691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